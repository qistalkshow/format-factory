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自製投影片 / LOCAL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6576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3344"/>
                </a:solidFill>
              </a:rPr>
              <a:t>Simple slide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SELF_CREATED_TEST</dc:creator>
  <cp:lastModifiedBy>SELF_CREATED_TEST</cp:lastModifiedBy>
  <cp:revision>1</cp:revision>
  <dcterms:created xsi:type="dcterms:W3CDTF">2026-10-17T00:26:56Z</dcterms:created>
  <dcterms:modified xsi:type="dcterms:W3CDTF">2026-10-17T00:26:56Z</dcterms:modified>
</cp:coreProperties>
</file>