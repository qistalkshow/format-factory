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Normal </a:t>
            </a:r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Bold </a:t>
            </a:r>
            <a:pPr indent="0" marL="0">
              <a:buNone/>
            </a:pPr>
            <a:r>
              <a:rPr lang="en-US" sz="2400" i="1" dirty="0">
                <a:solidFill>
                  <a:srgbClr val="000000"/>
                </a:solidFill>
              </a:rPr>
              <a:t>Italic </a:t>
            </a:r>
            <a:pPr indent="0" marL="0">
              <a:buNone/>
            </a:pPr>
            <a:r>
              <a:rPr lang="en-US" sz="2400" u="sng" dirty="0">
                <a:solidFill>
                  <a:srgbClr val="000000"/>
                </a:solidFill>
              </a:rPr>
              <a:t>Underlined </a:t>
            </a:r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x</a:t>
            </a:r>
            <a:pPr indent="0" marL="0">
              <a:buNone/>
            </a:pPr>
            <a:r>
              <a:rPr lang="en-US" sz="2400" baseline="30000" dirty="0">
                <a:solidFill>
                  <a:srgbClr val="000000"/>
                </a:solidFill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2026-10-17T09:10:33Z</dcterms:created>
  <dcterms:modified xsi:type="dcterms:W3CDTF">2026-10-17T09:10:33Z</dcterms:modified>
</cp:coreProperties>
</file>