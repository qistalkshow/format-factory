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Normal </a:t>
            </a:r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Bold </a:t>
            </a:r>
            <a:pPr indent="0" marL="0">
              <a:buNone/>
            </a:pPr>
            <a:r>
              <a:rPr lang="en-US" sz="2400" i="1" dirty="0">
                <a:solidFill>
                  <a:srgbClr val="000000"/>
                </a:solidFill>
              </a:rPr>
              <a:t>Italic </a:t>
            </a:r>
            <a:pPr indent="0" marL="0">
              <a:buNone/>
            </a:pPr>
            <a:r>
              <a:rPr lang="en-US" sz="2400" u="sng" dirty="0">
                <a:solidFill>
                  <a:srgbClr val="000000"/>
                </a:solidFill>
              </a:rPr>
              <a:t>Underlined </a:t>
            </a:r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x</a:t>
            </a:r>
            <a:pPr indent="0" marL="0">
              <a:buNone/>
            </a:pPr>
            <a:r>
              <a:rPr lang="en-US" sz="2400" baseline="30000" dirty="0">
                <a:solidFill>
                  <a:srgbClr val="000000"/>
                </a:solidFill>
              </a:rPr>
              <a:t>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Small </a:t>
            </a:r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LARGE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92608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Short</a:t>
                      </a:r>
                      <a:endParaRPr lang="en-US" sz="14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rgbClr val="000000"/>
                          </a:solidFill>
                        </a:rPr>
                        <a:t>Wider column</a:t>
                      </a:r>
                      <a:endParaRPr lang="en-US" sz="14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Row two</a:t>
                      </a:r>
                      <a:endParaRPr lang="en-US" sz="14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Underlined cell</a:t>
                      </a:r>
                      <a:endParaRPr lang="en-US" sz="1400" dirty="0"/>
                    </a:p>
                  </a:txBody>
                  <a:tcPr marL="45720" marR="4572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2026-10-17T14:29:41Z</dcterms:created>
  <dcterms:modified xsi:type="dcterms:W3CDTF">2026-10-17T14:29:41Z</dcterms:modified>
</cp:coreProperties>
</file>